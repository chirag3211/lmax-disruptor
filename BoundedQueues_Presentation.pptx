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Bounded Lock-Free Queues: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SPSC to MPMC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7772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Pre-allocated ring buffers · Vyukov sequences · Disruptor pipeline · False-sharing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CS6868 — Project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384048" cy="3200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384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2296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Motivation &amp; Research Question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84048" cy="3200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384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28016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Ring Buffer Fundamentals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384048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19072"/>
            <a:ext cx="384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73736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 Queue — Lamport's Algorithm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384048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76272"/>
            <a:ext cx="384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19456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MPMC Queue — Vyukov's Algorithm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384048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33472"/>
            <a:ext cx="384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65176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MPSC Queue — One-Sided CAS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090672"/>
            <a:ext cx="38404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90672"/>
            <a:ext cx="384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10896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Pipeline (SPSC &amp; MPSC)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384048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47872"/>
            <a:ext cx="384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56616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Verification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65760" y="4005072"/>
            <a:ext cx="38404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05072"/>
            <a:ext cx="384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02336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Benchmarks &amp; False-Sharing Results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65760" y="4462272"/>
            <a:ext cx="384048" cy="3200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462272"/>
            <a:ext cx="384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48056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Bounded Ring-Buffer Queues?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Michael-Scott Queue (Unbounded)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8404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Allocates one heap node per enqueue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GC pressure on hot path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Cache misses through allocator free lists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Node pointer chasing on dequeue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Unbounded: memory usage grows until GC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cliff under allocation pressure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114800" cy="40233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84124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Ring-Buffer Queue (Bounded)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234440"/>
            <a:ext cx="38404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Pre-allocated fixed array — zero GC per op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All data stays hot in L1/L2 cache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Pure index arithmetic on enqueue/dequeue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Bounded: back-pressure when full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Predictable latency profile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Eliminates ABA problem on indices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solidFill>
            <a:srgbClr val="0D7EA0">
              <a:alpha val="12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79552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much throughput does a pre-allocated ring buffer gain over the allocation-heavy Michael-Scott queue, and where in the SPSC → MPSC → MPMC design space does the complexity-performance trade-off shift most dramatically?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Space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2560320" cy="1645920"/>
          </a:xfrm>
          <a:prstGeom prst="rect">
            <a:avLst/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23774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prod · 1 cons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CAS 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3154680"/>
            <a:ext cx="2560320" cy="1645920"/>
          </a:xfrm>
          <a:prstGeom prst="rect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24612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MPSC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3749040"/>
            <a:ext cx="23774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prod · 1 cons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 on tail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154680"/>
            <a:ext cx="2560320" cy="1645920"/>
          </a:xfrm>
          <a:prstGeom prst="rect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24612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MPMC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3749040"/>
            <a:ext cx="23774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prod · N cons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 on both ends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35808" y="3977640"/>
            <a:ext cx="274320" cy="0"/>
          </a:xfrm>
          <a:prstGeom prst="line">
            <a:avLst/>
          </a:prstGeom>
          <a:noFill/>
          <a:ln w="25400">
            <a:solidFill>
              <a:srgbClr val="93A8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0448" y="3977640"/>
            <a:ext cx="274320" cy="0"/>
          </a:xfrm>
          <a:prstGeom prst="line">
            <a:avLst/>
          </a:prstGeom>
          <a:noFill/>
          <a:ln w="25400">
            <a:solidFill>
              <a:srgbClr val="93A8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38404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33872" y="38404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99232" y="4114800"/>
            <a:ext cx="411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complexity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33872" y="4114800"/>
            <a:ext cx="411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complexity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Ring Buffer Fundamentals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Ring Buffer: The Core Data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69355" y="937260"/>
            <a:ext cx="82296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69355" y="937260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[0]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33196" y="1419339"/>
            <a:ext cx="82296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0D7EA0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33196" y="1419339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915275" y="2583180"/>
            <a:ext cx="822960" cy="5486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15275" y="2583180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33196" y="3747021"/>
            <a:ext cx="822960" cy="5486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3196" y="3747021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[3]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9355" y="4229100"/>
            <a:ext cx="822960" cy="5486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9355" y="4229100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[4]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00129" y="3627641"/>
            <a:ext cx="82296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0129" y="3627641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[5]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3435" y="2583180"/>
            <a:ext cx="82296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3435" y="2583180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[6]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05514" y="1419339"/>
            <a:ext cx="82296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5514" y="1419339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[7]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86360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59750" y="1137920"/>
            <a:ext cx="0" cy="41148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3435" y="3472815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7755" y="304038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215" y="754253"/>
            <a:ext cx="420624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Monotonic indices — never wrap</a:t>
            </a:r>
            <a:endParaRPr lang="en-US" sz="13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slot = buf[index &amp; (capacity − 1)]</a:t>
            </a:r>
            <a:endParaRPr lang="en-US" sz="13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ABA: full ≠ empty by sign of (tail − head)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Power-of-two capacity</a:t>
            </a:r>
            <a:endParaRPr lang="en-US" sz="13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Cheap modulo: idx &amp; mask instead of idx % capacity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Pre-allocated at construction time</a:t>
            </a:r>
            <a:endParaRPr lang="en-US" sz="13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allocation on the hot enqueue/dequeue path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Back-pressure when full</a:t>
            </a:r>
            <a:endParaRPr lang="en-US" sz="13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 spin-waits or returns false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Monotonic Indices: Full vs Empty Disambiguation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Invariant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16152"/>
            <a:ext cx="8266176" cy="128016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 tail - head = number of items in queue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tail = head            (* EMPTY: 0 items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tail - head = capacity (* FULL:  C items *)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 Slot access — cheap power-of-2 modulo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slot_index = position land mask   (* mask = capacity - 1 *)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capacity = 4, enqueue 4, dequeue 2, enqueue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90672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83080" y="3090672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h=0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3090672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t=0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3108960"/>
            <a:ext cx="64008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1089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94760" y="3108960"/>
            <a:ext cx="64008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31089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108960"/>
            <a:ext cx="64008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1089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66360" y="3108960"/>
            <a:ext cx="64008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31089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090672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empty: tail = head = 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547872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Enqueue 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83080" y="3547872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h=0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3547872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t=4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3566160"/>
            <a:ext cx="640080" cy="32918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5661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94760" y="3566160"/>
            <a:ext cx="640080" cy="32918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35661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3566160"/>
            <a:ext cx="640080" cy="32918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5661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66360" y="3566160"/>
            <a:ext cx="640080" cy="32918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5661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3547872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full: tail - head = 4 = capacity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005072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Dequeue 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783080" y="4005072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h=2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23160" y="4005072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t=4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08960" y="4023360"/>
            <a:ext cx="64008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40233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794760" y="4023360"/>
            <a:ext cx="64008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40233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4023360"/>
            <a:ext cx="640080" cy="32918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40233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66360" y="4023360"/>
            <a:ext cx="640080" cy="32918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40233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89320" y="4005072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partial: tail - head = 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4462272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Enqueue 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783080" y="4462272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h=2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423160" y="4462272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t=5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08960" y="4480560"/>
            <a:ext cx="640080" cy="32918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44805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794760" y="4480560"/>
            <a:ext cx="64008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44805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480560" y="4480560"/>
            <a:ext cx="640080" cy="32918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0" y="44805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166360" y="4480560"/>
            <a:ext cx="640080" cy="32918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4480560"/>
            <a:ext cx="6400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89320" y="4462272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wrap: 5 &amp; 3 = 1 → slot [1]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 Queue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Lamport's Algorithm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SPSC: Data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768096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7680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34110" y="722376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OCaml 5 record type — all fields set once at construction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3108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8266176" cy="301752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 'a t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capacity : int;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mask     : int;               (* capacity - 1, cheap modulo *)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buf      : 'a Option.t array; (* pre-allocated ring buffer  *)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head     : int Atomic.t;      (* consumer writes; producer reads *)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tail     : int Atomic.t;      (* producer writes; consumer reads *)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make capacity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capacity &lt;= 0 || capacity land (capacity - 1) &lt;&gt; 0 then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invalid_arg "capacity must be a positive power of 2";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 capacity;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mask = capacity - 1;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buf  = Array.make capacity None;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head = Atomic.make_contended 0;   (* padded to own cache line *)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tail = Atomic.make_contended 0 }  (* padded to own cache line *)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4315968"/>
            <a:ext cx="4023360" cy="68580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15968"/>
            <a:ext cx="3794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Atomic.make_contended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Pads each index to its own 64-byte cache line.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false sharing between producer &amp; consumer cores.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4315968"/>
            <a:ext cx="4023360" cy="685800"/>
          </a:xfrm>
          <a:prstGeom prst="rect">
            <a:avLst/>
          </a:prstGeom>
          <a:solidFill>
            <a:srgbClr val="0D7EA0">
              <a:alpha val="12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4315968"/>
            <a:ext cx="3794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Option.t array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None as the empty sentinel lets the GC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dequeued values promptly.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SPSC: try_enqueue — Producer 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22960"/>
            <a:ext cx="8266176" cy="201168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try_enqueue t v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tl = Atomic.get t.tail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hd = Atomic.get t.head in   (* read consumer progress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tl - hd &gt;= t.capacity then false  (* FULL — back-pressure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begin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t.buf.(tl land t.mask) &lt;- Some v;  (* write value into slot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Atomic.set t.tail (tl + 1);        (* release store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Step-by-step trace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256032" cy="21031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25603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804672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tail (producer's own index — no contention)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538728"/>
            <a:ext cx="256032" cy="210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38728"/>
            <a:ext cx="25603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538728"/>
            <a:ext cx="804672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head (consumer's index — cross-domain atomic load)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85616"/>
            <a:ext cx="256032" cy="2103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85616"/>
            <a:ext cx="25603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785616"/>
            <a:ext cx="804672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back-pressure: tail − head ≥ capacity → return false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32504"/>
            <a:ext cx="256032" cy="21031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32504"/>
            <a:ext cx="25603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4032504"/>
            <a:ext cx="804672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value into buf[tail &amp; mask] — plain array store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79392"/>
            <a:ext cx="256032" cy="2103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79392"/>
            <a:ext cx="25603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4279392"/>
            <a:ext cx="804672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Release-store tail+1 — makes value visible before index advance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572000"/>
            <a:ext cx="8275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CAS EVER ISSUED — the producer is sole writer of tail, so plain atomic set suffices. Key performance advantage of SPSC.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SPSC: try_dequeue — Consumer 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514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22960"/>
            <a:ext cx="8266176" cy="242316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try_dequeue t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hd = Atomic.get t.head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tl = Atomic.get t.tail in   (* read producer progress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hd &gt;= tl then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None                           (* EMPTY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begin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v = t.buf.(hd land t.mask)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t.buf.(hd land t.mask) &lt;- None; (* clear slot — lets GC collect value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(* Release store: slot clear must complete before head advances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Atomic.set t.head (hd + 1);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3291713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Ordering 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589020"/>
            <a:ext cx="2011680" cy="246888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583305"/>
            <a:ext cx="19202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3583305"/>
            <a:ext cx="1005840" cy="246888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3583305"/>
            <a:ext cx="9144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3583305"/>
            <a:ext cx="5212080" cy="246888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583305"/>
            <a:ext cx="5120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857625"/>
            <a:ext cx="201168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857625"/>
            <a:ext cx="19202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Atomic.get tail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77440" y="3857625"/>
            <a:ext cx="100584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3857625"/>
            <a:ext cx="9144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Acquire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0" y="3857625"/>
            <a:ext cx="521208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857625"/>
            <a:ext cx="5120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must see the value written before tail was 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131945"/>
            <a:ext cx="201168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31945"/>
            <a:ext cx="19202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 write (slot)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77440" y="4131945"/>
            <a:ext cx="100584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4131945"/>
            <a:ext cx="9144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4131945"/>
            <a:ext cx="521208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4131945"/>
            <a:ext cx="5120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one writer; GC barrier handles visibility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406265"/>
            <a:ext cx="201168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406265"/>
            <a:ext cx="19202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Atomic.set tail (producer)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77440" y="4406265"/>
            <a:ext cx="100584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4406265"/>
            <a:ext cx="9144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4406265"/>
            <a:ext cx="521208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4406265"/>
            <a:ext cx="5120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in slot must be visible before tail increment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680585"/>
            <a:ext cx="201168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680585"/>
            <a:ext cx="19202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Atomic.set head (consumer)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377440" y="4680585"/>
            <a:ext cx="100584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3160" y="4680585"/>
            <a:ext cx="9144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3280" y="4680585"/>
            <a:ext cx="521208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4680585"/>
            <a:ext cx="5120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Slot clear must happen before producer reuses the slot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SPSC: Correctness Invariants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3430"/>
            <a:ext cx="8412480" cy="32772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no CAS is needed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 is the SOLE writer of tail — no other domain touches it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is the SOLE writer of head — no other domain touches it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domain only ever reads the OTHER's index → cross-domain load, not store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No two domains ever write the same atomic variable concurrently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the release store is critical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OCaml 5's memory model does NOT guarantee that a value write is visible before the index update unless an ordering is specified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Atomic.set provides a release fence: all stores before it complete before it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Consumer's Atomic.get provides an acquire fence: it sees all releases that happened before the matching set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ABA impossibility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Indices grow monotonically — they never wrap back to 0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(tail−head=C) and empty (tail=head) are numerically distinct always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MPMC Queue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Vyukov's Per-Slot Sequences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MPMC: The Core Idea — Per-Slot Sequence Numbers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768096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7680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1560" y="722376"/>
            <a:ext cx="7772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slot carries its own atomic sequence number encoding its lifecycle state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8266176" cy="214884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 'a slot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sequence : int Atomic.t;  (* lifecycle state for this slot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mutable  value : 'a option;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 'a t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mask        : int;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buffer      : 'a slot array;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enqueue_pos : int Atomic.t;  (* global producer cursor — plain Atomic.make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dequeue_pos : int Atomic.t;  (* global consumer cursor — plain Atomic.make 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49300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Slot Lifecycle at logical position 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886200"/>
            <a:ext cx="2743200" cy="1097280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9319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TO WRITE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25196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sequence = 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4526280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Slot is empty. Producer that wins CAS on enqueue_pos owns it.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3886200"/>
            <a:ext cx="2743200" cy="109728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9319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WRITTEN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425196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sequence = p+1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64992" y="4526280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 has written value. Consumer can now claim it via CAS.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3886200"/>
            <a:ext cx="2743200" cy="1097280"/>
          </a:xfrm>
          <a:prstGeom prst="rect">
            <a:avLst/>
          </a:prstGeom>
          <a:solidFill>
            <a:srgbClr val="0D7EA0">
              <a:alpha val="18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9319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NEXT CYCLE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425196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sequence = p+C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91072" y="4526280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has read value. Producers in the next cycle can write here.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44952" y="4206240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71032" y="4206240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MPMC: try_enqueue — The diff Protocol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520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22960"/>
            <a:ext cx="8266176" cy="342900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try_enqueue t v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size = t.mask + 1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rec loop ()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pos  = Atomic.get t.enqueue_pos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slot = t.buffer.(pos land t.mask)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seq  = Atomic.get slot.sequence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diff = seq - pos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diff = 0 then begin                        (* CASE A: slot is FREE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Atomic.compare_and_set t.enqueue_pos pos (pos + 1) then begin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slot.value &lt;- Some v;                     (* write value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Atomic.set slot.sequence (pos + 1);       (* signal consumers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true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end else loop ()                            (* CAS lost — retry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end else if diff &lt; 0 then begin               (* CASE B: full or in-flight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Atomic.get t.dequeue_pos &gt; pos - size then begin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Domain.cpu_relax (); loop ()              (* consumer in-flight — spin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end else false                              (* genuinely full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end else loop ()                              (* CASE C: producer overtook us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 loop ()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365760" y="440740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three diff cases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709160"/>
            <a:ext cx="2743200" cy="347472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4709160"/>
            <a:ext cx="2606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 = 0: seq = pos → slot free for this cycle. Race to claim with CAS.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4709160"/>
            <a:ext cx="2743200" cy="347472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4709160"/>
            <a:ext cx="2606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 &lt; 0: seq &lt; pos → buffer full OR consumer mid-flight freeing slot.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4709160"/>
            <a:ext cx="2743200" cy="34747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4709160"/>
            <a:ext cx="2606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 &gt; 0: seq &gt; pos → another producer advanced enqueue_pos past us. Retry.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125" y="57708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37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MPMC: try_dequeue — The Producer In-Flight Spin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125" y="695960"/>
            <a:ext cx="8412480" cy="315722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150" y="741680"/>
            <a:ext cx="8266430" cy="310388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try_dequeue t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rec loop ()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pos  = Atomic.get t.dequeue_pos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slot = t.buffer.(pos land t.mask)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seq  = Atomic.get slot.sequence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diff = seq - (pos + 1)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diff = 0 then begin                      (* slot WRITTEN for this cycle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Atomic.compare_and_set t.dequeue_pos pos (pos + 1) then begin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let v = slot.value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slot.value &lt;- None;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Atomic.set slot.sequence (pos + t.mask + 1); (* free for next cycle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end else loop ()                          (* CAS lost — retry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end else if diff &lt; 0 then begin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Atomic.get t.enqueue_pos &gt; pos then begin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Domain.cpu_relax (); loop ()            (* producer in-flight — MUST SPIN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end else None                             (* truly empty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end else loop ()                            (* another consumer overtook us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 loop ()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365125" y="3968115"/>
            <a:ext cx="8412480" cy="1102360"/>
          </a:xfrm>
          <a:prstGeom prst="rect">
            <a:avLst/>
          </a:prstGeom>
          <a:solidFill>
            <a:srgbClr val="A78BFA">
              <a:alpha val="12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285" y="4013708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Linearisability Argument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785" y="4132453"/>
            <a:ext cx="80467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linearisation point of a successful try_enqueue is the CAS on enqueue_pos — not the later Atomic.set slot.sequence.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the CAS commits, the enqueue is logically complete. Any concurrent try_dequeue at that slot MUST eventually return the value — returning None would violate linearisability.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Therefore: when diff &lt; 0 AND enqueue_pos &gt; pos, we spin. Returning None here would be WRONG.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MPMC: Why sequence = p + mask + 1 Frees the Slot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a consumer reads slot at position p, it sets: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84124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97864"/>
            <a:ext cx="8266176" cy="91440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 mask = capacity - 1, so mask + 1 = capacity *)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Atomic.set slot.sequence (pos + t.mask + 1)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(* = pos + capacity                            *)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(* = the sequence value a producer at this slot will see in the NEXT cycle *)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226771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Concrete example — capacity = 4 (mask = 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1005840" cy="32004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651760"/>
            <a:ext cx="9326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17320" y="2651760"/>
            <a:ext cx="1005840" cy="32004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2651760"/>
            <a:ext cx="9326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2651760"/>
            <a:ext cx="1143000" cy="32004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2651760"/>
            <a:ext cx="10698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 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0" y="2651760"/>
            <a:ext cx="2331720" cy="32004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2651760"/>
            <a:ext cx="2258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 sees seq =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651760"/>
            <a:ext cx="2743200" cy="32004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2651760"/>
            <a:ext cx="2670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sets seq =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99232"/>
            <a:ext cx="100584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999232"/>
            <a:ext cx="9326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Cycle 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17320" y="2999232"/>
            <a:ext cx="100584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896" y="2999232"/>
            <a:ext cx="9326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2999232"/>
            <a:ext cx="114300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05456" y="2999232"/>
            <a:ext cx="10698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0" y="2999232"/>
            <a:ext cx="233172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94176" y="2999232"/>
            <a:ext cx="2258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(free)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2999232"/>
            <a:ext cx="274320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2999232"/>
            <a:ext cx="2670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(written)-&gt; then consumer sets 2+3+1=6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346704"/>
            <a:ext cx="100584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346704"/>
            <a:ext cx="9326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Cycle 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417320" y="3346704"/>
            <a:ext cx="100584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53896" y="3346704"/>
            <a:ext cx="9326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68880" y="3346704"/>
            <a:ext cx="114300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05456" y="3346704"/>
            <a:ext cx="10698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0" y="3346704"/>
            <a:ext cx="233172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94176" y="3346704"/>
            <a:ext cx="2258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 (free for cycle 1)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3346704"/>
            <a:ext cx="274320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71616" y="3346704"/>
            <a:ext cx="2670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 (written)-&gt; consumer sets 6+3+1=10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694176"/>
            <a:ext cx="100584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3694176"/>
            <a:ext cx="9326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Cycle 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417320" y="3694176"/>
            <a:ext cx="100584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53896" y="3694176"/>
            <a:ext cx="9326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68880" y="3694176"/>
            <a:ext cx="114300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05456" y="3694176"/>
            <a:ext cx="10698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0" y="3694176"/>
            <a:ext cx="233172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94176" y="3694176"/>
            <a:ext cx="2258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(free for cycle 2)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3694176"/>
            <a:ext cx="2743200" cy="320040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71616" y="3694176"/>
            <a:ext cx="2670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 (written)-&gt; consumer sets 10+3+1=14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400507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sequence number encodes BOTH the slot's generation AND its state — no separate flag or lock needed.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0D7EA0">
              <a:alpha val="15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4389120"/>
            <a:ext cx="8275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Initialisation: slot i starts with sequence = i, so the FIRST producer reading slot i sees diff = i - i = 0 (free). No special-casing needed.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MPSC Queue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One-Sided CAS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MPSC: Design Differences from MPMC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768096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7680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1560" y="722376"/>
            <a:ext cx="7772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per-slot sequence technique, but consumer side uses plain Atomic.set (no CAS)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023360" cy="3474720"/>
          </a:xfrm>
          <a:prstGeom prst="rect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MPMC (Vyukov)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74904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Producers: CAS on enqueue_pos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Consumers: CAS on dequeue_pos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ends are fully contended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consumers race for each slot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dequeue_pos must be CAS'd to prevent two consumers reading the same item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023360" cy="3474720"/>
          </a:xfrm>
          <a:prstGeom prst="rect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3444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MPSC (This Project)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74904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Producers: CAS on enqueue_pos (same)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Consumer: plain Atomic.SET on dequeue_pos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one consumer — no race on head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Eliminates one CAS per dequeue on the hot path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adds 'producer in-flight' spin to consumer side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39623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847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MPSC: try_dequeue — Producer In-Flight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495"/>
            <a:ext cx="8412480" cy="3658235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785" y="704215"/>
            <a:ext cx="8266430" cy="3612515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try_dequeue t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pos  = Atomic.get t.dequeue_pos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slot = t.buf.(pos land t.mask)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seq  = Atomic.get slot.sequence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diff = seq - (pos + 1)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diff = 0 then begin                   (* slot WRITTEN — consume it *)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v = slot.value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slot.value &lt;- None;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Atomic.set t.dequeue_pos (pos + 1);    (* PLAIN SET — sole consumer *)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Atomic.set slot.sequence (pos + t.mask + 1);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 else if diff &lt; 0 then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Atomic.get t.enqueue_pos &gt; pos then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(* A producer won the CAS but hasn't written value yet.  *)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(* We MUST spin — returning None would be wrong because   *)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(* the enqueue has already committed (CAS succeeded).     *)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let rec spin ()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Domain.cpu_relax 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let seq2 = Atomic.get slot.sequence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seq2 - (pos + 1) = 0 then (* ... read and advance *)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else spin 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in spin 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end else None   (* truly empty: enqueue_pos = pos *)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 else None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785" y="4408043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 Atomic.set on dequeue_pos — no CAS. The sole consumer is the only writer of this field.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producer in-flight spin is mandatory: if enqueue_pos &gt; pos, a producer successfully CAS'd and will publish. We cannot return None.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Pipeline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FAA + Available Buffer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Disruptor: Architecture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components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Sequencer — manages the producer cursor (SPSC: plain set; MPSC: FAA)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RingBuffer — pre-allocated array of slots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SequenceBarrier — consumer-side poll loop finding highest contiguous published seq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Sequence.t — padded atomic int (Atomic.make_contended), one per producer/consumer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Topology: pipeline, not work-queue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consumer sees EVERY event — fan-out, not fan-in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differs from MPMC where each event goes to exactly ONE consumer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for event-processing pipelines (trading, logging, streaming)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Disruptor MPMC was not implemented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FAA is irrevocable on both producer AND consumer cursors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that FAA'd dequeue_pos cannot cancel if producer stalls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shutdown in nP:nC sweep is inherently unreliable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0375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98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SPSC Sequencer: Cached Consumer Optimisation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2900" y="722630"/>
            <a:ext cx="8435340" cy="336042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3225" y="768350"/>
            <a:ext cx="8301990" cy="331089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 t = {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buffer_size     : int;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cursor          : Sequence.t;        (* producer's published-up-to, padded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consumer_seq    : Sequence.t;        (* reference to consumer's sequence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mutable cached_consumer : int;       (* local cache of consumer progress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next t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next_seq  = Sequence.get t.cursor + 1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wrap_point = next_seq - t.buffer_size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wrap_point &gt; t.cached_consumer then begin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(* Slow path: refresh cache and spin until consumer makes progress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rec spin ()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let consumer_now = Sequence.get t.consumer_seq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t.cached_consumer &lt;- consumer_now;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wrap_point &gt; consumer_now then (Domain.cpu_relax (); spin ())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 spin ()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end;    (* Fast path: cached value shows space available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next_seq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publish t sequence = Sequence.set t.cursor sequence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292735" y="413512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Cached Consumer Trick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735" y="4388739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the COMMON (non-full) path, the producer reads its own local integer — zero cross-domain atomic traffic. Only when the buffer appears full does it read the live consumer sequence (an expensive cross-domain atomic). This single optimisation eliminates a cache-coherence round-trip on every hot-path iteration.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39623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26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MPSC Sequencer: FAA Batch Claim + Available Buffer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495"/>
            <a:ext cx="8412480" cy="3075305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785" y="704215"/>
            <a:ext cx="8266430" cy="302895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 FAA: multiple producers each get a unique, non-overlapping range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next t n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hi = Sequence.fetch_and_add t.cursor n + n in  (* atomically claims [lo..hi]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lo = hi - n + 1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wrap_point = hi - t.buffer_size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wrap_point &gt; Atomic.get t.cached_gating_min then begin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rec spin ()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let gating_min = min_gating_seq t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Atomic.set t.cached_gating_min gating_min;  (* Atomic.t — fixed TSAN race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wrap_point &gt; gating_min then (Domain.cpu_relax (); spin ())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 spin ()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(lo, hi)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 Mark each slot published in the available_buffer bitmap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publish t sequence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index = sequence land t.mask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flag  = sequence lsr t.index_shift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Atomic.set t.available_buffer.(index) flag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365760" y="38252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available_buffer?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191762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producers use FAA so they may publish out of order (P2 at seq 5 may publish before P1 at seq 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available_buffer[i] stores the 'cycle' flag for slot i. Consumer barrier scans to find highest CONTIGUOUS published sequence.</a:t>
            </a:r>
            <a:endParaRPr lang="en-US" sz="1300" dirty="0"/>
          </a:p>
          <a:p>
            <a:pPr indent="0">
              <a:buSzPct val="100000"/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Disruptor: Sequence Barrier — Consumer Wait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22960"/>
            <a:ext cx="8266176" cy="356616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 Consumer calls wait_for(want_seq) to block until sequence is available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wait_for barrier want_seq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rec spin ()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available = highest_published_sequence barrier want_seq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available &lt; want_seq then begin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Domain.cpu_relax ();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spin ()   (* keep polling until producer publishes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end else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available  (* return the highest safe-to-read sequence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 spin ()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 For MPSC: scan available_buffer to find highest contiguous sequence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highest_published_sequence barrier upper_bound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rec scan seq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seq &gt; upper_bound then seq - 1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let index = seq land mask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let flag  = seq lsr index_shift in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Atomic.get available_buffer.(index) = flag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then scan (seq + 1)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else seq - 1   (* gap found — stop here *)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 scan (consumer_seq + 1)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365760" y="452628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processes events from consumer_seq+1 up to the returned available sequence in a tight batch loop — no per-item barrier calls needed.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Verification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Strategy — Four Layers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502920" cy="82296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804672"/>
            <a:ext cx="7818120" cy="822960"/>
          </a:xfrm>
          <a:prstGeom prst="rect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850392"/>
            <a:ext cx="7589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Smoke Tests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7589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test_spsc_smoke.ml — Basic enqueue/dequeue ordering, full-buffer rejection, empty-queue None under sequential execution.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50292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1810512"/>
            <a:ext cx="7818120" cy="822960"/>
          </a:xfrm>
          <a:prstGeom prst="rect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856232"/>
            <a:ext cx="7589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Stress Tests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7589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test_spsc_stress / mpsc_stress / mpmc_stress — Concurrent domains push 1M items each. Verify no loss or duplication by collecting all items and checking the union.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16352"/>
            <a:ext cx="502920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16352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2816352"/>
            <a:ext cx="7818120" cy="822960"/>
          </a:xfrm>
          <a:prstGeom prst="rect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862072"/>
            <a:ext cx="7589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QCheck-STM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200400"/>
            <a:ext cx="7589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agree_test (sequential) and agree_test_par (parallel) — Random command sequences checked against a sequential model. Finds interleaving bugs.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822192"/>
            <a:ext cx="50292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22192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3822192"/>
            <a:ext cx="7818120" cy="822960"/>
          </a:xfrm>
          <a:prstGeom prst="rect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867912"/>
            <a:ext cx="7589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QCheck-Lin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206240"/>
            <a:ext cx="7589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lin_test — Linearisability checker. Verifies every concurrent execution has a valid sequential interleaving consistent with the model.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9 STM/Lin tests pass. All 11 comparison suite tests pass.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Benchmarks &amp; Results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Benchmark: 1P:1C Baseline (M ops/sec)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seconds per run · 65536-slot buffer · higher is better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MPSC queue (Vyukov)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88920" y="1197864"/>
            <a:ext cx="5222906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39258" y="1197864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24.62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Vyukov MPMC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88920" y="1700784"/>
            <a:ext cx="2127772" cy="3017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44124" y="1700784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10.03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SPSC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88920" y="2203704"/>
            <a:ext cx="1815925" cy="30175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2277" y="2203704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E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8.56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 queue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88920" y="2706624"/>
            <a:ext cx="1448922" cy="3017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5274" y="2706624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6.83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Michael-Scott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88920" y="3209544"/>
            <a:ext cx="1425586" cy="301752"/>
          </a:xfrm>
          <a:prstGeom prst="rect">
            <a:avLst/>
          </a:prstGeom>
          <a:solidFill>
            <a:srgbClr val="93A8C4"/>
          </a:solidFill>
          <a:ln w="12700">
            <a:solidFill>
              <a:srgbClr val="93A8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41938" y="3209544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A8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6.72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65760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MPSC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88920" y="3712464"/>
            <a:ext cx="1336487" cy="30175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52839" y="3712464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E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Bounded (mutex)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88920" y="4215384"/>
            <a:ext cx="988576" cy="301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4928" y="4215384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4.66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45152"/>
            <a:ext cx="8412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MPSC at 1P:1C is fastest because its dequeue path has NO CAS. Slot sequence numbers are cheaper than option-boxing. SPSC is not the winner here despite simplest design.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Benchmark: nP:1C — The MPSC Regime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MPSC scales UP with more producers. Our CAS-based MPSC collapses.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1097280"/>
            <a:ext cx="804672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097280"/>
            <a:ext cx="8046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408" y="1097280"/>
            <a:ext cx="804672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097280"/>
            <a:ext cx="8046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05656" y="1097280"/>
            <a:ext cx="804672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05656" y="1097280"/>
            <a:ext cx="8046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46904" y="1097280"/>
            <a:ext cx="804672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6904" y="1097280"/>
            <a:ext cx="8046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88152" y="1097280"/>
            <a:ext cx="804672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8152" y="1097280"/>
            <a:ext cx="8046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29400" y="1097280"/>
            <a:ext cx="804672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097280"/>
            <a:ext cx="8046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70648" y="1097280"/>
            <a:ext cx="804672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1097280"/>
            <a:ext cx="8046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11896" y="1097280"/>
            <a:ext cx="804672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1896" y="1097280"/>
            <a:ext cx="8046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n=8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1417320"/>
            <a:ext cx="20116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1417320"/>
            <a:ext cx="19019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MPSC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23160" y="141732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141732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7.1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64408" y="141732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141732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7.4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05656" y="1417320"/>
            <a:ext cx="804672" cy="438912"/>
          </a:xfrm>
          <a:prstGeom prst="rect">
            <a:avLst/>
          </a:prstGeom>
          <a:solidFill>
            <a:srgbClr val="0D7EA0">
              <a:alpha val="30000"/>
            </a:srgbClr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05656" y="141732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9.69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46904" y="1417320"/>
            <a:ext cx="804672" cy="438912"/>
          </a:xfrm>
          <a:prstGeom prst="rect">
            <a:avLst/>
          </a:prstGeom>
          <a:solidFill>
            <a:srgbClr val="0D7EA0">
              <a:alpha val="30000"/>
            </a:srgbClr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141732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10.21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88152" y="1417320"/>
            <a:ext cx="804672" cy="438912"/>
          </a:xfrm>
          <a:prstGeom prst="rect">
            <a:avLst/>
          </a:prstGeom>
          <a:solidFill>
            <a:srgbClr val="0D7EA0">
              <a:alpha val="30000"/>
            </a:srgbClr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41732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10.1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1417320"/>
            <a:ext cx="804672" cy="438912"/>
          </a:xfrm>
          <a:prstGeom prst="rect">
            <a:avLst/>
          </a:prstGeom>
          <a:solidFill>
            <a:srgbClr val="0D7EA0">
              <a:alpha val="30000"/>
            </a:srgbClr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141732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12.59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70648" y="1417320"/>
            <a:ext cx="804672" cy="438912"/>
          </a:xfrm>
          <a:prstGeom prst="rect">
            <a:avLst/>
          </a:prstGeom>
          <a:solidFill>
            <a:srgbClr val="0D7EA0">
              <a:alpha val="30000"/>
            </a:srgbClr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70648" y="141732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12.42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11896" y="1417320"/>
            <a:ext cx="804672" cy="438912"/>
          </a:xfrm>
          <a:prstGeom prst="rect">
            <a:avLst/>
          </a:prstGeom>
          <a:solidFill>
            <a:srgbClr val="0D7EA0">
              <a:alpha val="30000"/>
            </a:srgbClr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11896" y="141732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12.54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1920240"/>
            <a:ext cx="20116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1920240"/>
            <a:ext cx="19019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MPSC queue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23160" y="192024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23160" y="192024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25.83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64408" y="192024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64408" y="192024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5.23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05656" y="192024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05656" y="192024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3.25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46904" y="192024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192024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2.38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788152" y="192024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88152" y="192024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29400" y="192024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192024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470648" y="192024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70648" y="192024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1.91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311896" y="192024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11896" y="192024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5760" y="2423160"/>
            <a:ext cx="20116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" y="2423160"/>
            <a:ext cx="19019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Vyukov MPMC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423160" y="242316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23160" y="242316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7.83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64408" y="242316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64408" y="242316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3.57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105656" y="242316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05656" y="242316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2.53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946904" y="242316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46904" y="242316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2.35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788152" y="242316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88152" y="242316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2.16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629400" y="242316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9400" y="242316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1.87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470648" y="242316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70648" y="242316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1.76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311896" y="242316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11896" y="242316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1.22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" y="2926080"/>
            <a:ext cx="20116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93A8C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" y="2926080"/>
            <a:ext cx="19019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Michael-Scott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423160" y="292608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423160" y="292608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5.96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264408" y="292608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64408" y="292608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3.76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105656" y="292608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105656" y="292608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2.98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946904" y="292608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6904" y="292608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2.47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788152" y="292608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88152" y="292608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2.15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629400" y="292608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629400" y="292608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2.04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7470648" y="292608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70648" y="292608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1.79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311896" y="292608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11896" y="292608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1.81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365760" y="3429000"/>
            <a:ext cx="20116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" y="3429000"/>
            <a:ext cx="19019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Bounded(mutex)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423160" y="342900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423160" y="342900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3.88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3264408" y="342900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264408" y="342900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3.32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105656" y="342900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05656" y="342900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2.23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4946904" y="342900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946904" y="342900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2.04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5788152" y="342900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88152" y="342900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1.7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6629400" y="342900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629400" y="342900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1.66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7470648" y="342900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470648" y="342900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1.41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8311896" y="3429000"/>
            <a:ext cx="804672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311896" y="3429000"/>
            <a:ext cx="80467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1.33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FAA (Disruptor MPSC) does not retry — each producer's increment is unconditional. More producers = more total throughput. CAS-based MPSC suffers retry storms.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Batch-Size Sweep: Disruptor SPSC Peak at k=4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1P:1C · Batch k = items per producer burst / consumer drain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011680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1115568"/>
            <a:ext cx="1234440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115568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k=1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1115568"/>
            <a:ext cx="1234440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115568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k=4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83480" y="1115568"/>
            <a:ext cx="1234440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15568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k=16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1115568"/>
            <a:ext cx="1234440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115568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k=64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43800" y="1115568"/>
            <a:ext cx="1234440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115568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k=256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444752"/>
            <a:ext cx="20116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444752"/>
            <a:ext cx="19019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SPSC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23160" y="144475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144475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6.09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1444752"/>
            <a:ext cx="1234440" cy="438912"/>
          </a:xfrm>
          <a:prstGeom prst="rect">
            <a:avLst/>
          </a:prstGeom>
          <a:solidFill>
            <a:srgbClr val="0D7EA0">
              <a:alpha val="25000"/>
            </a:srgbClr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44475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32.04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144475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44475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7.3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144475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44475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7.31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43800" y="144475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144475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7.71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1947672"/>
            <a:ext cx="20116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1947672"/>
            <a:ext cx="19019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Vyukov MPMC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23160" y="194767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194767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6.62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03320" y="194767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194767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8.17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194767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94767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7.61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194767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94767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8.53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43800" y="1947672"/>
            <a:ext cx="1234440" cy="438912"/>
          </a:xfrm>
          <a:prstGeom prst="rect">
            <a:avLst/>
          </a:prstGeom>
          <a:solidFill>
            <a:srgbClr val="A78BFA">
              <a:alpha val="25000"/>
            </a:srgbClr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194767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20.71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2450592"/>
            <a:ext cx="20116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2450592"/>
            <a:ext cx="19019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MPSC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23160" y="245059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23160" y="245059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6.79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03320" y="245059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245059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6.82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83480" y="245059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245059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6.37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245059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245059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6.55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43800" y="245059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3800" y="245059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6.44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2953512"/>
            <a:ext cx="20116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93A8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2953512"/>
            <a:ext cx="19019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Michael-Scott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23160" y="295351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23160" y="295351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5.08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703320" y="295351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03320" y="295351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2.74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983480" y="295351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83480" y="295351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4.29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63640" y="295351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63640" y="295351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5.43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543800" y="295351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43800" y="295351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6.34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65760" y="3456432"/>
            <a:ext cx="20116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3456432"/>
            <a:ext cx="19019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Bounded(mutex)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423160" y="345643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23160" y="345643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703320" y="345643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03320" y="345643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3.62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983480" y="345643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83480" y="345643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3.95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263640" y="345643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63640" y="345643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3.71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543800" y="3456432"/>
            <a:ext cx="123444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43800" y="3456432"/>
            <a:ext cx="1234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F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3.69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32.04M at k=4: consumer drains all queued events per barrier pass, amortising barrier scan cost. Effect vanishes at k=16+ as per-item cost re-dominates.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Sharing: Atomic.make_contended vs Atomic.make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Padded (Atomic.make_contended) vs Unpadded (Atomic.make) on indices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194560" cy="292608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97280"/>
            <a:ext cx="21214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325880" cy="292608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42616" y="1097280"/>
            <a:ext cx="125272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1097280"/>
            <a:ext cx="1051560" cy="292608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14216" y="1097280"/>
            <a:ext cx="9784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Padded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20" y="1097280"/>
            <a:ext cx="1051560" cy="292608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1496" y="1097280"/>
            <a:ext cx="9784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Unpadded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2651760" cy="292608"/>
          </a:xfrm>
          <a:prstGeom prst="rect">
            <a:avLst/>
          </a:prstGeom>
          <a:solidFill>
            <a:srgbClr val="1A3A6B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097280"/>
            <a:ext cx="2578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Delta%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435608"/>
            <a:ext cx="2194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435608"/>
            <a:ext cx="2121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SPSC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06040" y="1435608"/>
            <a:ext cx="13258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2616" y="1435608"/>
            <a:ext cx="125272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1P:1C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77640" y="143560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14216" y="143560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7.2M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143560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143560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7.36M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1435608"/>
            <a:ext cx="26517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1435608"/>
            <a:ext cx="25786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A8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-2.2%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1938528"/>
            <a:ext cx="2194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1938528"/>
            <a:ext cx="2121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MPSC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06040" y="1938528"/>
            <a:ext cx="13258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42616" y="1938528"/>
            <a:ext cx="125272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1P:1C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977640" y="193852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14216" y="193852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5.56M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0" y="193852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11496" y="193852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4.97M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1938528"/>
            <a:ext cx="26517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1938528"/>
            <a:ext cx="25786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E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+11.9%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2441448"/>
            <a:ext cx="2194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2441448"/>
            <a:ext cx="2121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Disruptor MPSC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06040" y="2441448"/>
            <a:ext cx="13258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42616" y="2441448"/>
            <a:ext cx="125272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4P:1C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977640" y="244144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14216" y="244144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8.37M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74920" y="244144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11496" y="244144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1.81M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72200" y="2441448"/>
            <a:ext cx="2651760" cy="438912"/>
          </a:xfrm>
          <a:prstGeom prst="rect">
            <a:avLst/>
          </a:prstGeom>
          <a:solidFill>
            <a:srgbClr val="22C55E">
              <a:alpha val="20000"/>
            </a:srgbClr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8776" y="2441448"/>
            <a:ext cx="25786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+362.7%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2944368"/>
            <a:ext cx="2194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" y="2944368"/>
            <a:ext cx="2121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Vyukov MPMC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606040" y="2944368"/>
            <a:ext cx="13258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42616" y="2944368"/>
            <a:ext cx="125272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1P:1C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977640" y="294436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14216" y="294436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074920" y="294436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11496" y="294436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7.54M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72200" y="2944368"/>
            <a:ext cx="26517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08776" y="2944368"/>
            <a:ext cx="25786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-23.1%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3447288"/>
            <a:ext cx="2194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" y="3447288"/>
            <a:ext cx="2121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Vyukov MPMC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606040" y="3447288"/>
            <a:ext cx="13258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42616" y="3447288"/>
            <a:ext cx="125272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2P:1C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977640" y="344728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14216" y="344728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3.83M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074920" y="344728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11496" y="344728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2.73M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172200" y="3447288"/>
            <a:ext cx="26517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08776" y="3447288"/>
            <a:ext cx="25786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E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+40.1%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65760" y="3950208"/>
            <a:ext cx="2194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2336" y="3950208"/>
            <a:ext cx="2121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Vyukov MPMC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606040" y="3950208"/>
            <a:ext cx="132588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42616" y="3950208"/>
            <a:ext cx="125272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4P:4C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977640" y="395020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14216" y="395020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2.24M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074920" y="3950208"/>
            <a:ext cx="10515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11496" y="3950208"/>
            <a:ext cx="978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1.4M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172200" y="3950208"/>
            <a:ext cx="2651760" cy="438912"/>
          </a:xfrm>
          <a:prstGeom prst="rect">
            <a:avLst/>
          </a:prstGeom>
          <a:solidFill>
            <a:srgbClr val="0F2044"/>
          </a:solidFill>
          <a:ln w="6350">
            <a:solidFill>
              <a:srgbClr val="0D7EA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08776" y="3950208"/>
            <a:ext cx="25786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+59.9%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365760" y="4709160"/>
            <a:ext cx="8412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+362.7% at Disruptor MPSC 4P:1C — the headline result. 4 producers all writing available_buffer near the same cursor line causes a cache-coherence storm without padding.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Sharing: Why It Happens &amp; When Padding Hurts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256032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Sharing — 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74904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CPUs transfer memory in 64-byte cache lines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head &amp; tail share a cache line: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 writes tail -&gt; invalidates consumer's cached line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writes head -&gt; invalidates producer's cached 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operation causes a cross-core coherence round-trip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10x throughput reduction in worst case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804672"/>
            <a:ext cx="4023360" cy="256032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86868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Padding — the fix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61872"/>
            <a:ext cx="374904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Atomic.make_contended: OCaml 5 runtime pads the value to its own 64-byte 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 and tail each live on separate cache lines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 writes tail -&gt; only invalidates producer's 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cross-domain false invalidation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49300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does padding HURT?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858768"/>
            <a:ext cx="8412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1P:1C, the producer and consumer never actually write the SAME atomic variable. Padding spreads the indices across more cache lines than necessary, reducing spatial locality. Vyukov MPMC shows -23% at 1P:1C because its unpadded enqueue/dequeue positions happen to sit on a warm shared line that the single producer and consumer access sequentially. The breakeven is at 2P:1C where inter-domain contention begins dominating.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Conclusions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Answering the Research Question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804672"/>
          </a:xfrm>
          <a:prstGeom prst="rect">
            <a:avLst/>
          </a:prstGeom>
          <a:solidFill>
            <a:srgbClr val="0D7EA0">
              <a:alpha val="12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8092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Ring buffers gain 1.3x-3.7x over Michael-Scott at 1P:1C. The advantage shrinks at 4P:4C (Vyukov MPMC leads by only ~1.03x) as symmetric CAS contention erases the allocation savings.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Space Trade-offs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737360" cy="59436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103120"/>
            <a:ext cx="1709928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 -&gt; MPSC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76272" y="2148840"/>
            <a:ext cx="6583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performance continuity. MPSC with 1P often BEATS SPSC because per-slot sequences + no CAS on consumer path &gt; plain Option array.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98064"/>
            <a:ext cx="1737360" cy="59436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798064"/>
            <a:ext cx="1709928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MPSC -&gt; MPMC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76272" y="2843784"/>
            <a:ext cx="6583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DRAMATIC INFLECTION. Adding CAS on consumer side doubles atomic traffic. At 4P:4C the Vyukov MPMC advantage over MS queue is nearly zero.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1737360" cy="59436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493008"/>
            <a:ext cx="1709928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 vs FAA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76272" y="3538728"/>
            <a:ext cx="6583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FAA (Disruptor) scales UP with producer count to 12.59M at 6P. CAS (our MPSC) collapses to 2M at 5P. FAA irrevocability is the fundamental trade-off.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87952"/>
            <a:ext cx="1737360" cy="59436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187952"/>
            <a:ext cx="1709928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sharing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76272" y="4233672"/>
            <a:ext cx="6583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+362% at 4P:1C with padding. Cache-line discipline is not an optimisation — it is a correctness-adjacent concern for any multi-core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Bounded Lock-Free Queues: From SPSC to MPMC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645920" cy="438912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645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queues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938528"/>
            <a:ext cx="6400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 · MPSC (CAS) · MPMC (Vyukov)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645920" cy="438912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1645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Disruptor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468880"/>
            <a:ext cx="6400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SPSC &amp; MPSC pipeline variants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80944"/>
            <a:ext cx="1645920" cy="438912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80944"/>
            <a:ext cx="1645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999232"/>
            <a:ext cx="6400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Smoke · Stress · QCheck-STM · QCheck-Lin — all pass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1645920" cy="438912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11296"/>
            <a:ext cx="1645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529584"/>
            <a:ext cx="6400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+362% from cache-line padding at 4P:1C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41648"/>
            <a:ext cx="1645920" cy="438912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41648"/>
            <a:ext cx="1645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E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Inflection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4059936"/>
            <a:ext cx="6400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MPSC -&gt; MPMC: biggest complexity-performance shift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CS6868 · Project 12 · OCaml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20674</Words>
  <Application>WPS Presentation</Application>
  <PresentationFormat>On-screen Show (16:9)</PresentationFormat>
  <Paragraphs>1070</Paragraphs>
  <Slides>36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Bounded Lock-Free Queues: From SPSC to MPMC</dc:title>
  <dc:creator>PptxGenJS</dc:creator>
  <dc:subject>PptxGenJS Presentation</dc:subject>
  <cp:lastModifiedBy>CHIRAG [NLN]</cp:lastModifiedBy>
  <cp:revision>14</cp:revision>
  <dcterms:created xsi:type="dcterms:W3CDTF">2026-05-01T08:33:00Z</dcterms:created>
  <dcterms:modified xsi:type="dcterms:W3CDTF">2026-05-01T17:05:35Z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93A26554A34B4A1693DD1C2D2D6A368E_12</vt:lpwstr>
  </property>
</Properties>
</file>